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D4AF37"/>
                </a:solidFill>
                <a:latin typeface="Lora"/>
              </a:defRPr>
            </a:pPr>
            <a:r>
              <a:t>Hoteloraa SaaS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EF9F1"/>
                </a:solidFill>
                <a:latin typeface="Inter"/>
              </a:defRPr>
            </a:pPr>
            <a:r>
              <a:t>Premium Hospitality Management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B1F3A"/>
                </a:solidFill>
                <a:latin typeface="Lora"/>
              </a:defRPr>
            </a:pPr>
            <a:r>
              <a:t>What is Hoteloraa?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A multi-tenant SaaS platform tailored for the hospitality industry.</a:t>
            </a:r>
          </a:p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Supports three main business types:</a:t>
            </a:r>
          </a:p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  - Restaurant Management</a:t>
            </a:r>
          </a:p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  - Lodging / Hotel Management</a:t>
            </a:r>
          </a:p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  - Hybrid (Hotel + Restaurant)</a:t>
            </a:r>
          </a:p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Premium UI designed for operational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B1F3A"/>
                </a:solidFill>
                <a:latin typeface="Lora"/>
              </a:defRPr>
            </a:pPr>
            <a:r>
              <a:t>Comprehensive Feature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Restaurant: POS Billing, Table Management, Kitchen Order Ticket (KOT)</a:t>
            </a:r>
          </a:p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Lodging: Reservations, Check-In/Out, Housekeeping, Guest Folio</a:t>
            </a:r>
          </a:p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Common: Inventory Management, Vendors, Advanced Reports</a:t>
            </a:r>
          </a:p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Seamless integration between restaurant and hotel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B1F3A"/>
                </a:solidFill>
                <a:latin typeface="Lora"/>
              </a:defRPr>
            </a:pPr>
            <a:r>
              <a:t>Integrated Guest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End-to-end management of the guest journey.</a:t>
            </a:r>
          </a:p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Unified Guest Folio: Combine room charges, restaurant orders, and services.</a:t>
            </a:r>
          </a:p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Efficient billing with itemized invoices.</a:t>
            </a:r>
          </a:p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Real-time status tracking for rooms and kitchen orders.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B1F3A"/>
                </a:solidFill>
                <a:latin typeface="Lora"/>
              </a:defRPr>
            </a:pPr>
            <a:r>
              <a:t>Enterprise-Grade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Multi-Tenant Architecture: Isolated data, roles, and features per client.</a:t>
            </a:r>
          </a:p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Role-Based Access Control (RBAC): Fine-grained permissions.</a:t>
            </a:r>
          </a:p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Roles include: Tenant Admin, Manager, Receptionist, Captain, Kitchen Staff, Housekeeping.</a:t>
            </a:r>
          </a:p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Scalable backend built to handle multiple properties.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B1F3A"/>
                </a:solidFill>
                <a:latin typeface="Lora"/>
              </a:defRPr>
            </a:pPr>
            <a:r>
              <a:t>Premium Design Aesthetic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Inspired by luxury boutique hotels and modern systems.</a:t>
            </a:r>
          </a:p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Clean, minimal interfaces that reduce cognitive load.</a:t>
            </a:r>
          </a:p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Color Palette: Deep Classic Navy, Warm Ivory, and Matte Gold.</a:t>
            </a:r>
          </a:p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Typography: 'Lora' for elegance, 'Inter' for usability.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B1F3A"/>
                </a:solidFill>
                <a:latin typeface="Lora"/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Multi-Branch Support</a:t>
            </a:r>
          </a:p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Mobile App &amp; QR Menu Ordering</a:t>
            </a:r>
          </a:p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AI Revenue Analytics</a:t>
            </a:r>
          </a:p>
          <a:p>
            <a:pPr>
              <a:defRPr>
                <a:solidFill>
                  <a:srgbClr val="6B7280"/>
                </a:solidFill>
                <a:latin typeface="Inter"/>
              </a:defRPr>
            </a:pPr>
            <a:r>
              <a:t>Customer Loyalty Program &amp; CRM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D4AF37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EF9F1"/>
                </a:solidFill>
              </a:defRPr>
            </a:pPr>
            <a:r>
              <a:t>Ready to elevate your hospitality business?</a:t>
            </a:r>
          </a:p>
          <a:p>
            <a:r>
              <a:t>Contact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